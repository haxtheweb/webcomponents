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why a deck belongs on the page rather than as a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screen readers and site search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Scroll this deck into view and the real slides paint over this text; if the renderer cannot run, the text layer stands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4F6FA"/>
                </a:solidFill>
              </a:rPr>
              <a:t>Presenting a deck in HAX</a:t>
            </a:r>
          </a:p>
          <a:p>
            <a:pPr algn="l"/>
            <a:r>
              <a:rPr sz="2200">
                <a:solidFill>
                  <a:srgbClr val="C7D3E8"/>
                </a:solidFill>
              </a:rPr>
              <a:t>Imported from PowerPoint, shown in context.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411480"/>
            <a:ext cx="82296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4F6F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"/>
            <a:ext cx="98755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</a:rPr>
              <a:t>Text is the substance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22262E"/>
                </a:solidFill>
              </a:rPr>
              <a:t>Slide text and speaker notes come from the manifest, so the deck is readable, searchable and navigable on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411480"/>
            <a:ext cx="82296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4F6F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"/>
            <a:ext cx="98755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4F6FA"/>
                </a:solidFill>
              </a:rPr>
              <a:t>Slides are the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22262E"/>
                </a:solidFill>
              </a:rPr>
              <a:t>When a manifest names a .pptx the real slides are painted over this text, once the deck is scrolled into 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